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F3D5E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36576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9436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System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Abdullah · Mira · Mohamed S. · Mohamed A. · Nardeen · Rahaf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35608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4904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Khaled Ahmed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1984248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1435608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456432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50208" y="14904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Makram Nassif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56432" y="1984248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3444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9632" y="1435608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1490472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Sameh Mohamed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9632" y="1984248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679192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679192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28803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293522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Adel Mohamed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13232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91840" y="2679192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679192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6432" y="28803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50208" y="293522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Nardeen Hesham Ismail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456432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679192"/>
            <a:ext cx="25603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679192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6199632" y="28803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6199632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93408" y="2935224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Rahaf Emad Saeed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99632" y="342900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023360" cy="3566160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JustTech?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 is a comprehensive e-learning platform built with ASP.NET Core 8/10 using Clean Architecture.
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instructors to create structured courses, manage rounds and lectures, and grade student work — while students learn, track their progress, and earn certificates.
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secured with JWT authentication and backed by Microsoft SQL Server.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23444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23444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846320" y="2240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95160" y="123444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95160" y="123444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4630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995160" y="22402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06324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846320" y="4069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95160" y="306324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306324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329184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995160" y="40690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3075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courses, track progress, earn certificates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87752" y="123444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87752" y="1234440"/>
            <a:ext cx="64008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3075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courses, upload materials, grade assignments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18304" y="123444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1234440"/>
            <a:ext cx="64008" cy="960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13075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users, monitor platform, handle issues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48856" y="1234440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48856" y="1234440"/>
            <a:ext cx="64008" cy="9601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7004304" y="130759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04304" y="16002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user growth, platform scalability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395728"/>
            <a:ext cx="64008" cy="9601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2468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" y="2761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the system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87752" y="239572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87752" y="2395728"/>
            <a:ext cx="64008" cy="9601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468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761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quality and reliability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18304" y="239572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18304" y="2395728"/>
            <a:ext cx="64008" cy="9601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2468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2761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privacy (GDPR, etc.)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48856" y="239572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48856" y="2395728"/>
            <a:ext cx="64008" cy="9601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7004304" y="2468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04304" y="276148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 new users and courses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260604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435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1792" y="1883664"/>
            <a:ext cx="22768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courses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active rounds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lectures &amp; track progress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submit assignments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certificates at 100%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170432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1170432"/>
            <a:ext cx="260604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447288" y="12435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1883664"/>
            <a:ext cx="22768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manage courses &amp; rounds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lecture materials (video/PDF)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assignments with due dates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student submissions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student progress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170432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170432"/>
            <a:ext cx="260604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124358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27648" y="1883664"/>
            <a:ext cx="22768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users (CRUD)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courses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platform health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disputes &amp; certificates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(12 Modules)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133502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4358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FR-AUTH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32104" y="1847088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50545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83664" y="120700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83664" y="1207008"/>
            <a:ext cx="133502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883664" y="124358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FR-STD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83664" y="144475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Mgmt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58568" y="1847088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2258568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83664" y="250545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128" y="120700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10128" y="1207008"/>
            <a:ext cx="133502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24358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FR-INS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0128" y="144475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Mgmt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85032" y="1847088"/>
            <a:ext cx="585216" cy="5852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685032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10128" y="250545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36592" y="120700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36592" y="1207008"/>
            <a:ext cx="1335024" cy="502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124358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FR-CRS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36592" y="144475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Mgmt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11496" y="1847088"/>
            <a:ext cx="585216" cy="585216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0" name="Text 28"/>
          <p:cNvSpPr/>
          <p:nvPr/>
        </p:nvSpPr>
        <p:spPr>
          <a:xfrm>
            <a:off x="5111496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36592" y="250545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63056" y="120700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63056" y="1207008"/>
            <a:ext cx="1335024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124358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FR-RND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63056" y="144475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Mgmt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37960" y="1847088"/>
            <a:ext cx="585216" cy="585216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63056" y="250545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89520" y="120700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89520" y="1207008"/>
            <a:ext cx="1335024" cy="5029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124358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FR-ENR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589520" y="144475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64424" y="1847088"/>
            <a:ext cx="585216" cy="585216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44" name="Text 42"/>
          <p:cNvSpPr/>
          <p:nvPr/>
        </p:nvSpPr>
        <p:spPr>
          <a:xfrm>
            <a:off x="7964424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589520" y="250545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299008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990088"/>
            <a:ext cx="1335024" cy="50292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02666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FR-LEC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322783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Mgmt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2104" y="3630168"/>
            <a:ext cx="585216" cy="585216"/>
          </a:xfrm>
          <a:prstGeom prst="ellipse">
            <a:avLst/>
          </a:prstGeom>
          <a:solidFill>
            <a:srgbClr val="BE185D"/>
          </a:solidFill>
          <a:ln/>
        </p:spPr>
      </p:sp>
      <p:sp>
        <p:nvSpPr>
          <p:cNvPr id="51" name="Text 49"/>
          <p:cNvSpPr/>
          <p:nvPr/>
        </p:nvSpPr>
        <p:spPr>
          <a:xfrm>
            <a:off x="832104" y="3630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457200" y="428853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83664" y="299008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883664" y="2990088"/>
            <a:ext cx="1335024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55" name="Text 53"/>
          <p:cNvSpPr/>
          <p:nvPr/>
        </p:nvSpPr>
        <p:spPr>
          <a:xfrm>
            <a:off x="1883664" y="302666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FR-MAT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83664" y="322783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Mgmt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58568" y="3630168"/>
            <a:ext cx="585216" cy="58521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8" name="Text 56"/>
          <p:cNvSpPr/>
          <p:nvPr/>
        </p:nvSpPr>
        <p:spPr>
          <a:xfrm>
            <a:off x="2258568" y="3630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883664" y="428853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10128" y="299008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310128" y="2990088"/>
            <a:ext cx="133502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2" name="Text 60"/>
          <p:cNvSpPr/>
          <p:nvPr/>
        </p:nvSpPr>
        <p:spPr>
          <a:xfrm>
            <a:off x="3310128" y="302666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FR-PRG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10128" y="322783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85032" y="3630168"/>
            <a:ext cx="585216" cy="58521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5" name="Text 63"/>
          <p:cNvSpPr/>
          <p:nvPr/>
        </p:nvSpPr>
        <p:spPr>
          <a:xfrm>
            <a:off x="3685032" y="3630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3310128" y="428853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736592" y="299008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736592" y="2990088"/>
            <a:ext cx="1335024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9" name="Text 67"/>
          <p:cNvSpPr/>
          <p:nvPr/>
        </p:nvSpPr>
        <p:spPr>
          <a:xfrm>
            <a:off x="4736592" y="302666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FR-ASN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736592" y="322783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Mgmt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11496" y="3630168"/>
            <a:ext cx="585216" cy="58521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2" name="Text 70"/>
          <p:cNvSpPr/>
          <p:nvPr/>
        </p:nvSpPr>
        <p:spPr>
          <a:xfrm>
            <a:off x="5111496" y="3630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4736592" y="428853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63056" y="299008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63056" y="2990088"/>
            <a:ext cx="1335024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6" name="Text 74"/>
          <p:cNvSpPr/>
          <p:nvPr/>
        </p:nvSpPr>
        <p:spPr>
          <a:xfrm>
            <a:off x="6163056" y="302666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FR-SUB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163056" y="322783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6537960" y="3630168"/>
            <a:ext cx="585216" cy="5852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9" name="Text 77"/>
          <p:cNvSpPr/>
          <p:nvPr/>
        </p:nvSpPr>
        <p:spPr>
          <a:xfrm>
            <a:off x="6537960" y="3630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6163056" y="428853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589520" y="2990088"/>
            <a:ext cx="1335024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589520" y="2990088"/>
            <a:ext cx="1335024" cy="5029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83" name="Text 81"/>
          <p:cNvSpPr/>
          <p:nvPr/>
        </p:nvSpPr>
        <p:spPr>
          <a:xfrm>
            <a:off x="7589520" y="3026664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FR-CRT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589520" y="322783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964424" y="3630168"/>
            <a:ext cx="585216" cy="585216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86" name="Text 84"/>
          <p:cNvSpPr/>
          <p:nvPr/>
        </p:nvSpPr>
        <p:spPr>
          <a:xfrm>
            <a:off x="7964424" y="36301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7589520" y="4288536"/>
            <a:ext cx="1335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Highlights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5361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8016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Security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(24h expiry)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64008" cy="15361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128016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Round Flow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→ Rounds → Lectures → Materials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statuses: In Progress / Completed / Cancelled / Delayed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'in progress' rounds accept enrollments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64008" cy="15361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1280160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Certificates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= Completed Lectures ÷ Total × 100%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auto-generated at 100%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student name, course, issue date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26060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07792"/>
            <a:ext cx="64008" cy="153619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999232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Grading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with due dates per round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submission flagging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0–100 by instructors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07792"/>
            <a:ext cx="26060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07792"/>
            <a:ext cx="64008" cy="153619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3410712" y="2999232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Rules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83280" y="336499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enrollment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enroll in completed/cancelled rounds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update enrollment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907792"/>
            <a:ext cx="260604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07792"/>
            <a:ext cx="64008" cy="15361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2999232"/>
            <a:ext cx="2350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336499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(never physical deletion)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transactions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on email, enrollment, submission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0759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&lt; 200ms (95th percentile)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concurrent users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&lt; 100ms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606040" cy="640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0759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with 24h expiry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· XSS &amp; SQL injection protection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0604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30759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Scalability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SLA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scaling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server instances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07792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07792"/>
            <a:ext cx="2606040" cy="6400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266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36499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(separated layers)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naming conventions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documentation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2907792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07792"/>
            <a:ext cx="2606040" cy="6400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0266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36499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transactions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JSON error responses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2907792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07792"/>
            <a:ext cx="260604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02666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364992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 (right to delete)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with timestamps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Scope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402336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 Scope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Instructor &amp; Admin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Round &amp; Lecture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Uploads (video / PDF)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with duplicate prevention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&amp; Reporting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&amp; Submission Grading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Auto-Generation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Role-Based Access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70432"/>
            <a:ext cx="4023360" cy="45720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1887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Out of Scope (Future)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719072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subscriptions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conferencing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/ Android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forums &amp; comments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integrations (Zoom, Stripe)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&amp; auto-grading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lecture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(i18n)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 Patterns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07008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984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6824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6824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Infrastructure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9751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Encapsulates data access logic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12070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207008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52344" y="12984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Repository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52344" y="16824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752344" y="16824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Infrastructure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52344" y="19751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base CRUD operations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18304" y="12070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07008"/>
            <a:ext cx="64008" cy="13258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882896" y="12984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82896" y="16824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16824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Infrastructure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82896" y="19751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operations into one transaction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12070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48856" y="1207008"/>
            <a:ext cx="64008" cy="13258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013448" y="12984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13448" y="16824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013448" y="16824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 Layers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013448" y="19751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object creation from usage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8072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807208"/>
            <a:ext cx="64008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28986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" y="32826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32826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Business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" y="35753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all business logic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87752" y="28072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87752" y="2807208"/>
            <a:ext cx="64008" cy="13258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6" name="Text 34"/>
          <p:cNvSpPr/>
          <p:nvPr/>
        </p:nvSpPr>
        <p:spPr>
          <a:xfrm>
            <a:off x="2752344" y="28986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Pattern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52344" y="32826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0369A1"/>
          </a:solidFill>
          <a:ln/>
        </p:spPr>
      </p:sp>
      <p:sp>
        <p:nvSpPr>
          <p:cNvPr id="38" name="Text 36"/>
          <p:cNvSpPr/>
          <p:nvPr/>
        </p:nvSpPr>
        <p:spPr>
          <a:xfrm>
            <a:off x="2752344" y="32826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Core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52344" y="35753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data safely between layers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18304" y="28072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18304" y="2807208"/>
            <a:ext cx="64008" cy="1325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4882896" y="28986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82896" y="32826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4882896" y="32826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Business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82896" y="35753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Entities ↔ DTOs automatically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48856" y="2807208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48856" y="2807208"/>
            <a:ext cx="64008" cy="13258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8" name="Text 46"/>
          <p:cNvSpPr/>
          <p:nvPr/>
        </p:nvSpPr>
        <p:spPr>
          <a:xfrm>
            <a:off x="7013448" y="2898648"/>
            <a:ext cx="1728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Pattern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13448" y="3282696"/>
            <a:ext cx="1636776" cy="237744"/>
          </a:xfrm>
          <a:prstGeom prst="roundRect">
            <a:avLst>
              <a:gd name="adj" fmla="val 15385"/>
            </a:avLst>
          </a:prstGeom>
          <a:solidFill>
            <a:srgbClr val="B45309"/>
          </a:solidFill>
          <a:ln/>
        </p:spPr>
      </p:sp>
      <p:sp>
        <p:nvSpPr>
          <p:cNvPr id="50" name="Text 48"/>
          <p:cNvSpPr/>
          <p:nvPr/>
        </p:nvSpPr>
        <p:spPr>
          <a:xfrm>
            <a:off x="7013448" y="3282696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Business/API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013448" y="3575304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null; controller handles 404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060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7101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8.0 / 10.0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6060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7101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719072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Migrations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26060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27101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719072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BCrypt.Net-Next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System.IdentityModel.Tokens.Jwt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90088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90088"/>
            <a:ext cx="260604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07238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 · DI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90088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90088"/>
            <a:ext cx="260604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07238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&amp; Docs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520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(Swashbuckle)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990088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990088"/>
            <a:ext cx="260604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07238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520440"/>
            <a:ext cx="2331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Management Studio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· Postman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Summary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2560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Authentication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Register · Login · Change Password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/api/auth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Course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Create · Read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/api/courses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Round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Create · Read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/api/rounds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Student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Create · Read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/api/students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Instructor Mgmt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Create · Read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/api/instructors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Enrollment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Enroll · View · Update · Remove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/api/enrollments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Lecture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Create · Read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/api/lectures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Material Management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Upload · View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/api/materials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Progress Tracking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Track · Complete · View 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/api/progress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Assignments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Create · Read · Update · Delete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/api/assignments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Submissions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Submit · Update · Grade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/api/submissions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Certificates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Generate · View · Download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/api/certificates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~50+ RESTful endpoints  |  JWT required (except /auth/register &amp; /auth/login)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21792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21792" y="594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Key Design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65836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435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JustTech.Api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17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— Controllers &amp; HTTP routing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3840480" cy="65836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84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JustTech.Business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3591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Services &amp; AutoMapper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3840480" cy="658368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JustTech.Core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DTOs &amp; Interfaces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712464"/>
            <a:ext cx="3840480" cy="658368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767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JustTech.Infrastructure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0416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Repositories &amp; Migrations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5361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536192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15819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28032" y="178308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 &amp; separation of concerns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1226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112264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2157984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Repository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23591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duplicate CRUD code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68833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688336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273405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2935224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transactions (all-or-nothing)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2644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264408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33101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28032" y="35112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recovery &amp; audit trail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84048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840480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38862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28032" y="40873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scalable, frontend-agnostic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441655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4416552"/>
            <a:ext cx="54864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446227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28032" y="46634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Non-blocking, scalable I/O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0F3D5E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JustTech — Building the future of online learning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572000" cy="36576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Functional Modules  |  70+ Requirements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1071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 |  50+ API Endpoints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+ SQL Server + JWT 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JustTech · 2024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JustTech E-Learning Platform</dc:title>
  <dc:subject>PptxGenJS Presentation</dc:subject>
  <dc:creator>PptxGenJS</dc:creator>
  <cp:lastModifiedBy>PptxGenJS</cp:lastModifiedBy>
  <cp:revision>1</cp:revision>
  <dcterms:created xsi:type="dcterms:W3CDTF">2026-05-16T17:07:16Z</dcterms:created>
  <dcterms:modified xsi:type="dcterms:W3CDTF">2026-05-16T17:07:16Z</dcterms:modified>
</cp:coreProperties>
</file>